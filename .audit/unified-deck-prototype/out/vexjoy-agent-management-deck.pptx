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33333"/>
                </a:solidFill>
                <a:latin typeface="Calibri"/>
              </a:defRPr>
            </a:pPr>
            <a:r>
              <a:t>VexJoy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666666"/>
                </a:solidFill>
                <a:latin typeface="Calibri"/>
              </a:defRPr>
            </a:pPr>
            <a:r>
              <a:t>An enforcement-first toolkit for AI coding agents that won't skip steps.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AI agents skip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Make skipping impossible.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carry domain knowledge — Go idioms, K8s failure modes, voice profiles.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enforce phased methodology with exit criteria.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intercept lifecycle events and block incomplete work.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handle deterministic operations without LLM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By the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Four layers, separated concerns.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One sentence in. Verified work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What it looks like.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Anti-rationalization.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What the team 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One toolkit, every CLI.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333333"/>
                </a:solidFill>
                <a:latin typeface="Calibri"/>
              </a:defRPr>
            </a:pPr>
            <a:r>
              <a:t>Where AI usually goes wrong — and how this stops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Most AI tooling asks the model to be careful. This toolkit makes carelessness structurally impossible.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3891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0E0E0"/>
                </a:solidFill>
                <a:latin typeface="Calibri"/>
              </a:defRPr>
            </a:pPr>
            <a:r>
              <a:t>Production-grade AI coding requires more than a smart model. It requires the gates, evidence, and enforcement that turn capability into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